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78" r:id="rId7"/>
    <p:sldId id="277" r:id="rId8"/>
    <p:sldId id="260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C044-43EF-31FE-43E5-0D13DF324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09324-F6C1-4758-305A-53A6B158A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1E314-3090-8B96-6794-F9D2712E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F85-C8A9-19D8-77C5-7EBD2A50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7C6CD-B8A5-668F-7FAC-747BE157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8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BCBF-4D13-9C2C-AC28-B97B9A96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8A52E-8FC8-9C43-E7CB-7493C00E7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E42A-4F24-37CB-6FAA-944BC2D8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335EB-E42A-FBB6-DFAB-81BBEF9F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367D-124E-50D4-03B5-E268314E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C447-A491-DB5D-2018-F2EBB506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E54C-B9FF-05C2-2544-D0AE2188D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60745-7D7C-D9F2-7250-D88B3CF82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600B7-E44A-07BA-054B-35ABAAFC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FC46-38CB-5468-0944-4787B633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7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0678-3723-B014-C622-BDC23450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5294E-8176-4744-828F-C7780F4CF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712F9-B7FC-4DFF-619E-4A5B974B4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31C9C-31CD-2F77-505E-881572B2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D7B60-C142-9671-5E12-9442B473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90F25-789F-A400-78D4-D79FBA39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6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1E8D-4947-61CC-6C57-63DB9B32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A9F2A-FA2E-F333-A3AB-E25E9097F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B3F1D-53DB-EE08-7505-0F63979A8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79E1D-7210-3CD9-70D0-B020BBB81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AFB9C-F997-93B2-B3B3-633DA8A94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D1816-A577-3AF8-DF18-7E0CABFC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8AEE9-15DF-6FB6-BDDE-0AE03CD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4FEC2-B08F-1E49-AB04-C4193181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2A8D-B33A-F540-02FE-F9D27114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4CA89-23C1-21CB-5F5B-5538A264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8B0E7-ECC8-56B3-9F9D-88ACCA0E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FD1CB-085C-A3BB-7479-03572252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9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13056-E4B0-2DD2-F903-CB129DA3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355A6-6777-DB2C-25A0-69A406C6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9261E-C361-E208-7F4C-C3560F02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F172-A799-7343-E7DA-2C2D6B7F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7A49F-D9F4-ABAD-8D03-43CD3D4D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82B21-2AD4-5528-C954-402F618BF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6AAC2-757C-D679-0C00-E709F94D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227E4-0960-CEB7-3EFE-F2DF1591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4EA16-B2BB-9C80-A892-689FB278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5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CE30-F8C0-6F6C-2F90-8D2E53BC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7AAE5-BE13-6DD5-9212-9B517813F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FA3BD-F79E-6343-9515-E7719602F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8E53F-581A-6EAE-C815-F2C85019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F2FA5-B8A0-2797-9A91-F238C3E6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8E67E-25C3-8150-6B68-54ABF71F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D960-8D25-856B-004D-BEC5D5DD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79211-1598-2B83-FC92-13550B156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BAB71-5AE5-39D2-6FF7-34673C66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032BA-8BD5-145D-0C4A-A0064138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5C99-5C73-98A1-BA7C-FACC80EC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D995D-21BB-6B3F-A62F-636703F9D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53FA2-E048-F78B-C325-16E44D53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BB5F-4CDF-FC7C-8118-1B97859E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F3DA5-45B1-4D49-A4EC-9B798CAC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437C-1392-A3DD-F515-78FF0B9E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E7DD6-5007-EB23-8DE3-33771CEF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842-B1D8-3F26-989B-BDD95542D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28D4-A382-D0FE-F51D-45A243B9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2884A-11BA-4A35-A9AB-77F9B4ECD03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9719-A2E1-6450-329D-4D0867B77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780B9-D9D6-71EF-FFDE-193104556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1D331-1DB5-4F31-84B1-8C7AA234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6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arge truck on a highway">
            <a:extLst>
              <a:ext uri="{FF2B5EF4-FFF2-40B4-BE49-F238E27FC236}">
                <a16:creationId xmlns:a16="http://schemas.microsoft.com/office/drawing/2014/main" id="{1E558A13-09D3-28BD-3CE2-568CB574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F0BDD-4ACB-7172-404D-B34028D3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590801"/>
            <a:ext cx="4131368" cy="1276350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Trucks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97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ADE05-12C9-6325-9F5C-9406E6EC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problem will our project solve?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2F7F5-25D0-AAC1-A402-C30776D3E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Egypt, heavy truck drivers often deliver goods across long distances and return empty which causes </a:t>
            </a:r>
            <a:r>
              <a:rPr lang="en-US" sz="2400" b="1" dirty="0"/>
              <a:t>Millions of heavy trucks return with empty backload trips</a:t>
            </a:r>
            <a:r>
              <a:rPr lang="en-US" sz="2400" dirty="0"/>
              <a:t> after delivering goods</a:t>
            </a:r>
          </a:p>
          <a:p>
            <a:pPr marL="0" indent="0">
              <a:buNone/>
            </a:pPr>
            <a:r>
              <a:rPr lang="en-US" sz="2400" dirty="0"/>
              <a:t>This leads to:</a:t>
            </a:r>
          </a:p>
          <a:p>
            <a:r>
              <a:rPr lang="en-US" sz="2400" b="1" dirty="0"/>
              <a:t>Wasted fuel and operational costs</a:t>
            </a:r>
            <a:r>
              <a:rPr lang="en-US" sz="2400" dirty="0"/>
              <a:t> for drivers</a:t>
            </a:r>
          </a:p>
          <a:p>
            <a:r>
              <a:rPr lang="en-US" sz="2400" b="1" dirty="0"/>
              <a:t>Higher transportation costs</a:t>
            </a:r>
            <a:r>
              <a:rPr lang="en-US" sz="2400" dirty="0"/>
              <a:t> for traders and businesses</a:t>
            </a:r>
          </a:p>
          <a:p>
            <a:r>
              <a:rPr lang="en-US" sz="2400" b="1" dirty="0"/>
              <a:t>Inefficient logistics cycles</a:t>
            </a:r>
            <a:r>
              <a:rPr lang="en-US" sz="2400" dirty="0"/>
              <a:t> with no system to optimize return trips</a:t>
            </a:r>
          </a:p>
          <a:p>
            <a:r>
              <a:rPr lang="en-US" sz="2400" b="1" dirty="0"/>
              <a:t>Increased road traffic and pollution</a:t>
            </a:r>
            <a:r>
              <a:rPr lang="en-US" sz="2400" dirty="0"/>
              <a:t> due to unnecessary truck movements.</a:t>
            </a:r>
          </a:p>
        </p:txBody>
      </p:sp>
    </p:spTree>
    <p:extLst>
      <p:ext uri="{BB962C8B-B14F-4D97-AF65-F5344CB8AC3E}">
        <p14:creationId xmlns:p14="http://schemas.microsoft.com/office/powerpoint/2010/main" val="311751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66345-A1D2-551D-5713-AF97E08E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DA64-9FAB-F525-B223-7843EB9AF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F3153-E44D-E1A3-23D3-384CF8BC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How we solve </a:t>
            </a:r>
            <a:r>
              <a:rPr lang="en-US" sz="4000">
                <a:solidFill>
                  <a:schemeClr val="bg1"/>
                </a:solidFill>
              </a:rPr>
              <a:t>this problem?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C77BF-7CB7-8980-31EA-2B945FDA0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D8925-1008-EC60-880D-B9BC6057B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53BA-6E05-6BC9-2381-549D5F38A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Our project connects</a:t>
            </a:r>
            <a:r>
              <a:rPr lang="en-US" sz="2400" dirty="0"/>
              <a:t> heavy truck </a:t>
            </a:r>
            <a:r>
              <a:rPr lang="en-US" sz="2400" b="1" dirty="0"/>
              <a:t>drivers with traders </a:t>
            </a:r>
            <a:r>
              <a:rPr lang="en-US" sz="2400" dirty="0"/>
              <a:t>needing transport for goods, </a:t>
            </a:r>
            <a:r>
              <a:rPr lang="en-US" sz="2400" b="1" dirty="0"/>
              <a:t>especially for empty going or return trips</a:t>
            </a:r>
          </a:p>
          <a:p>
            <a:pPr marL="0" indent="0">
              <a:buNone/>
            </a:pPr>
            <a:r>
              <a:rPr lang="en-US" sz="2400" dirty="0"/>
              <a:t>By Doing: </a:t>
            </a:r>
          </a:p>
          <a:p>
            <a:r>
              <a:rPr lang="en-US" sz="2400" dirty="0"/>
              <a:t>Directly </a:t>
            </a:r>
            <a:r>
              <a:rPr lang="en-US" sz="2400" b="1" dirty="0"/>
              <a:t>linking truck drivers with traders</a:t>
            </a:r>
            <a:r>
              <a:rPr lang="en-US" sz="2400" dirty="0"/>
              <a:t> needing backload transport.</a:t>
            </a:r>
          </a:p>
          <a:p>
            <a:r>
              <a:rPr lang="en-US" sz="2400" b="1" dirty="0"/>
              <a:t>Providing an easy-to-use web app </a:t>
            </a:r>
            <a:r>
              <a:rPr lang="en-US" sz="2400" dirty="0"/>
              <a:t>interface for both drivers and traders</a:t>
            </a:r>
          </a:p>
          <a:p>
            <a:r>
              <a:rPr lang="en-US" sz="2400" b="1" dirty="0"/>
              <a:t>Helping drivers increase their earnings </a:t>
            </a:r>
            <a:r>
              <a:rPr lang="en-US" sz="2400" dirty="0"/>
              <a:t>by utilizing empty trips</a:t>
            </a:r>
          </a:p>
          <a:p>
            <a:r>
              <a:rPr lang="en-US" sz="2400" b="1" dirty="0"/>
              <a:t>Offering traders lower transportation costs </a:t>
            </a:r>
            <a:r>
              <a:rPr lang="en-US" sz="2400" dirty="0"/>
              <a:t>through shared logistics</a:t>
            </a:r>
          </a:p>
          <a:p>
            <a:r>
              <a:rPr lang="en-US" sz="2400" dirty="0"/>
              <a:t>Optimizing logistics to reduce fuel waste and environmental impact</a:t>
            </a:r>
          </a:p>
        </p:txBody>
      </p:sp>
    </p:spTree>
    <p:extLst>
      <p:ext uri="{BB962C8B-B14F-4D97-AF65-F5344CB8AC3E}">
        <p14:creationId xmlns:p14="http://schemas.microsoft.com/office/powerpoint/2010/main" val="105763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65E9D-341A-B8A2-22EA-AACE3D29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What similar apps exist, and what’s new in our idea?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9FB728B-3A05-D345-0BF4-F292D3FF8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Existing Platforms:</a:t>
            </a:r>
          </a:p>
          <a:p>
            <a:r>
              <a:rPr lang="en-US" sz="2400" b="1" dirty="0"/>
              <a:t>Trella </a:t>
            </a:r>
            <a:r>
              <a:rPr lang="en-US" sz="2400" dirty="0"/>
              <a:t>– A digital freight marketplace for heavy trucking, focuses mainly on large enterprise shipments</a:t>
            </a:r>
          </a:p>
          <a:p>
            <a:r>
              <a:rPr lang="en-US" sz="2400" b="1" dirty="0" err="1"/>
              <a:t>Naqla</a:t>
            </a:r>
            <a:r>
              <a:rPr lang="en-US" sz="2400" b="1" dirty="0"/>
              <a:t> </a:t>
            </a:r>
            <a:r>
              <a:rPr lang="en-US" sz="2400" dirty="0"/>
              <a:t>– Manages truck fleet operations, with a focus on corporate contracts</a:t>
            </a:r>
          </a:p>
          <a:p>
            <a:r>
              <a:rPr lang="en-US" sz="2400" b="1" dirty="0"/>
              <a:t>Uber Freight</a:t>
            </a:r>
            <a:r>
              <a:rPr lang="en-US" sz="2400" dirty="0"/>
              <a:t> – Global freight platform for heavy trucking</a:t>
            </a:r>
          </a:p>
        </p:txBody>
      </p:sp>
    </p:spTree>
    <p:extLst>
      <p:ext uri="{BB962C8B-B14F-4D97-AF65-F5344CB8AC3E}">
        <p14:creationId xmlns:p14="http://schemas.microsoft.com/office/powerpoint/2010/main" val="371290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26527F-7A76-39B8-1251-F07DBF35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What similar apps exist, and what’s new in our idea cont.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38D32E-92CA-A247-3A83-3701A1FAD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070931"/>
              </p:ext>
            </p:extLst>
          </p:nvPr>
        </p:nvGraphicFramePr>
        <p:xfrm>
          <a:off x="642796" y="2213292"/>
          <a:ext cx="10897224" cy="4245400"/>
        </p:xfrm>
        <a:graphic>
          <a:graphicData uri="http://schemas.openxmlformats.org/drawingml/2006/table">
            <a:tbl>
              <a:tblPr/>
              <a:tblGrid>
                <a:gridCol w="4177037">
                  <a:extLst>
                    <a:ext uri="{9D8B030D-6E8A-4147-A177-3AD203B41FA5}">
                      <a16:colId xmlns:a16="http://schemas.microsoft.com/office/drawing/2014/main" val="2781812966"/>
                    </a:ext>
                  </a:extLst>
                </a:gridCol>
                <a:gridCol w="1350104">
                  <a:extLst>
                    <a:ext uri="{9D8B030D-6E8A-4147-A177-3AD203B41FA5}">
                      <a16:colId xmlns:a16="http://schemas.microsoft.com/office/drawing/2014/main" val="2837911087"/>
                    </a:ext>
                  </a:extLst>
                </a:gridCol>
                <a:gridCol w="1177944">
                  <a:extLst>
                    <a:ext uri="{9D8B030D-6E8A-4147-A177-3AD203B41FA5}">
                      <a16:colId xmlns:a16="http://schemas.microsoft.com/office/drawing/2014/main" val="12397559"/>
                    </a:ext>
                  </a:extLst>
                </a:gridCol>
                <a:gridCol w="1939075">
                  <a:extLst>
                    <a:ext uri="{9D8B030D-6E8A-4147-A177-3AD203B41FA5}">
                      <a16:colId xmlns:a16="http://schemas.microsoft.com/office/drawing/2014/main" val="660725732"/>
                    </a:ext>
                  </a:extLst>
                </a:gridCol>
                <a:gridCol w="2253064">
                  <a:extLst>
                    <a:ext uri="{9D8B030D-6E8A-4147-A177-3AD203B41FA5}">
                      <a16:colId xmlns:a16="http://schemas.microsoft.com/office/drawing/2014/main" val="463769597"/>
                    </a:ext>
                  </a:extLst>
                </a:gridCol>
              </a:tblGrid>
              <a:tr h="424540">
                <a:tc>
                  <a:txBody>
                    <a:bodyPr/>
                    <a:lstStyle/>
                    <a:p>
                      <a:r>
                        <a:rPr lang="en-US" sz="1200" b="1"/>
                        <a:t>Feature/Aspect</a:t>
                      </a:r>
                      <a:endParaRPr lang="en-US" sz="120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Trella</a:t>
                      </a:r>
                      <a:endParaRPr lang="en-US" sz="1200" dirty="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Naqla</a:t>
                      </a:r>
                      <a:endParaRPr lang="en-US" sz="120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Uber Freight</a:t>
                      </a:r>
                      <a:endParaRPr lang="en-US" sz="120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Our Platform</a:t>
                      </a:r>
                      <a:endParaRPr lang="en-US" sz="120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05058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/>
                        <a:t>Backload Trips Optimization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590638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 dirty="0"/>
                        <a:t>Individual Drivers Support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991186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/>
                        <a:t>Auto Dynamic Pricing (Distance, Load)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67346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/>
                        <a:t>Load Pooling (Multi-Shipment Trips)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29830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 dirty="0"/>
                        <a:t>Route Optimization Suggestions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491490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 dirty="0"/>
                        <a:t>Real-Time Trip Status &amp; Live Map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291997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/>
                        <a:t>Auto Digital Contracts Generation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8577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 dirty="0"/>
                        <a:t>Smart Alerts (Driver/Trader Matching)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873998"/>
                  </a:ext>
                </a:extLst>
              </a:tr>
              <a:tr h="424540">
                <a:tc>
                  <a:txBody>
                    <a:bodyPr/>
                    <a:lstStyle/>
                    <a:p>
                      <a:r>
                        <a:rPr lang="en-US" sz="1400" b="1" dirty="0"/>
                        <a:t>Availability in Egypt</a:t>
                      </a:r>
                      <a:endParaRPr lang="en-US" sz="1400" dirty="0"/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❌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✅</a:t>
                      </a:r>
                    </a:p>
                  </a:txBody>
                  <a:tcPr marL="42260" marR="42260" marT="21129" marB="2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644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357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31414-E98F-CCA1-E264-B25110DB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E3B005-DBB7-A50C-5122-871E6977C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DB22E-1AEF-EDC2-F857-F64B2B24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Main Features of the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B3ADE1-4AB1-A6AB-2F93-C2F66DD9F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9CC86-7085-B799-7762-9F1993FF0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52579-DE7F-1FDF-C571-15BCE899F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/>
              <a:t>Live Driver Map:</a:t>
            </a:r>
            <a:r>
              <a:rPr lang="en-US" sz="2400" dirty="0"/>
              <a:t> Shows drivers’ locations, current status (Empty / Returning / Busy)</a:t>
            </a:r>
          </a:p>
          <a:p>
            <a:r>
              <a:rPr lang="en-US" sz="2400" b="1" dirty="0"/>
              <a:t>Manual Status Update for Drivers:</a:t>
            </a:r>
            <a:r>
              <a:rPr lang="en-US" sz="2400" dirty="0"/>
              <a:t> Simple toggle to update trip status</a:t>
            </a:r>
          </a:p>
          <a:p>
            <a:r>
              <a:rPr lang="en-US" sz="2400" b="1" dirty="0"/>
              <a:t>Trader’s Driver Filter:</a:t>
            </a:r>
            <a:r>
              <a:rPr lang="en-US" sz="2400" dirty="0"/>
              <a:t> Filter drivers by route direction or target city</a:t>
            </a:r>
          </a:p>
          <a:p>
            <a:r>
              <a:rPr lang="en-US" sz="2400" b="1" dirty="0"/>
              <a:t>Shipment Request Form:</a:t>
            </a:r>
            <a:r>
              <a:rPr lang="en-US" sz="2400" dirty="0"/>
              <a:t> Traders can easily post shipment requests with all details</a:t>
            </a:r>
          </a:p>
          <a:p>
            <a:r>
              <a:rPr lang="en-US" sz="2400" b="1" dirty="0"/>
              <a:t>Accept/Reject Request System:</a:t>
            </a:r>
            <a:r>
              <a:rPr lang="en-US" sz="2400" dirty="0"/>
              <a:t> Drivers can manage incoming shipment offers</a:t>
            </a:r>
          </a:p>
          <a:p>
            <a:r>
              <a:rPr lang="en-US" sz="2400" b="1" dirty="0"/>
              <a:t>Auto-Pricing Calculator:</a:t>
            </a:r>
            <a:r>
              <a:rPr lang="en-US" sz="2400" dirty="0"/>
              <a:t> Suggests fair trip prices based on weight, distance, and truck capacity</a:t>
            </a:r>
          </a:p>
          <a:p>
            <a:r>
              <a:rPr lang="en-US" sz="2400" b="1" dirty="0"/>
              <a:t>Trip Optimization Engine:</a:t>
            </a:r>
            <a:r>
              <a:rPr lang="en-US" sz="2400" dirty="0"/>
              <a:t> Suggests the most efficient delivery routes</a:t>
            </a:r>
          </a:p>
          <a:p>
            <a:r>
              <a:rPr lang="en-US" sz="2400" b="1" dirty="0"/>
              <a:t>Rating &amp; Review System:</a:t>
            </a:r>
            <a:r>
              <a:rPr lang="en-US" sz="2400" dirty="0"/>
              <a:t> Mutual rating after each transaction to build trust</a:t>
            </a:r>
          </a:p>
          <a:p>
            <a:r>
              <a:rPr lang="en-US" sz="2400" b="1" dirty="0"/>
              <a:t>Live Shipment Tracking:</a:t>
            </a:r>
            <a:r>
              <a:rPr lang="en-US" sz="2400" dirty="0"/>
              <a:t> Real-time tracking for traders to monitor shipments</a:t>
            </a:r>
          </a:p>
          <a:p>
            <a:r>
              <a:rPr lang="en-US" sz="2400" b="1" dirty="0"/>
              <a:t>Smart Notifications:</a:t>
            </a:r>
            <a:r>
              <a:rPr lang="en-US" sz="2400" dirty="0"/>
              <a:t> Alerts traders when a driver is available for their direction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726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3F46E-82B1-1EEA-737F-E345269A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7F9E49-B155-D1DA-719D-B1D7A3338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5094F-23A3-9E3F-7BB9-EBE53BAF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Technologies We Will 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8B90EF-8965-F33D-D64E-55592A646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CE965-6458-26AA-4887-D1DF01A25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258CD-4B20-D5CE-3E49-4B62E1442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dirty="0"/>
              <a:t>Figma</a:t>
            </a:r>
            <a:r>
              <a:rPr lang="en-US" sz="2400" dirty="0"/>
              <a:t> – For designing UI/UX prototypes</a:t>
            </a:r>
          </a:p>
          <a:p>
            <a:r>
              <a:rPr lang="en-US" sz="2400" b="1" dirty="0"/>
              <a:t>React</a:t>
            </a:r>
            <a:r>
              <a:rPr lang="en-US" sz="2400" dirty="0"/>
              <a:t> – frontend</a:t>
            </a:r>
          </a:p>
          <a:p>
            <a:r>
              <a:rPr lang="en-US" sz="2400" b="1" dirty="0"/>
              <a:t>Google Maps SDK </a:t>
            </a:r>
            <a:r>
              <a:rPr lang="en-US" sz="2400" dirty="0"/>
              <a:t>– For live tracking, route visualization</a:t>
            </a:r>
          </a:p>
          <a:p>
            <a:r>
              <a:rPr lang="en-US" sz="2400" b="1" dirty="0"/>
              <a:t>ASP.NET Core Web API</a:t>
            </a:r>
            <a:r>
              <a:rPr lang="en-US" sz="2400" dirty="0"/>
              <a:t> – backend </a:t>
            </a:r>
          </a:p>
          <a:p>
            <a:r>
              <a:rPr lang="en-US" sz="2400" b="1" dirty="0"/>
              <a:t>Firebase Cloud Messaging (FCM)</a:t>
            </a:r>
            <a:r>
              <a:rPr lang="en-US" sz="2400" dirty="0"/>
              <a:t> – Push Notifications</a:t>
            </a:r>
          </a:p>
          <a:p>
            <a:r>
              <a:rPr lang="en-US" sz="2400" b="1" dirty="0"/>
              <a:t>Microsoft Azure</a:t>
            </a:r>
            <a:r>
              <a:rPr lang="en-US" sz="2400" dirty="0"/>
              <a:t> – Cloud hosting &amp; database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325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AF863-1332-FA07-9D28-C13CF061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636F4-DF6C-EAD3-810C-19FF95C9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Future Work</a:t>
            </a:r>
            <a:endParaRPr lang="en-US" sz="37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EBC2-09E7-7383-E8C0-72CCC0E2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Public Load Board with bid system</a:t>
            </a:r>
          </a:p>
          <a:p>
            <a:r>
              <a:rPr lang="en-US" sz="2400" dirty="0"/>
              <a:t>Fleet Management module for companies</a:t>
            </a:r>
          </a:p>
          <a:p>
            <a:r>
              <a:rPr lang="en-US" sz="2400" dirty="0"/>
              <a:t>API integrations with e-commerce and logistics ERPs</a:t>
            </a:r>
          </a:p>
          <a:p>
            <a:r>
              <a:rPr lang="en-US" sz="2400" dirty="0"/>
              <a:t>Customs Documentation Assistance for port trips</a:t>
            </a:r>
          </a:p>
          <a:p>
            <a:r>
              <a:rPr lang="en-US" sz="2400" dirty="0"/>
              <a:t>AI-based Route Profitability Predictor.</a:t>
            </a:r>
          </a:p>
          <a:p>
            <a:r>
              <a:rPr lang="en-US" sz="2400" dirty="0"/>
              <a:t>Twilio SMS Integration for critical alerts</a:t>
            </a:r>
          </a:p>
        </p:txBody>
      </p:sp>
    </p:spTree>
    <p:extLst>
      <p:ext uri="{BB962C8B-B14F-4D97-AF65-F5344CB8AC3E}">
        <p14:creationId xmlns:p14="http://schemas.microsoft.com/office/powerpoint/2010/main" val="370347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9B522-701E-56B0-7DF0-E1B77A4C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8DD80-E00F-976C-BF1E-0331D907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Team Member Responsibilities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E9B5-3212-2BA8-A1BC-078B87475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3000" b="1" dirty="0"/>
              <a:t>Merna Adel</a:t>
            </a:r>
            <a:r>
              <a:rPr lang="en-US" sz="3000" dirty="0"/>
              <a:t>: UI/UX</a:t>
            </a:r>
          </a:p>
          <a:p>
            <a:r>
              <a:rPr lang="en-US" sz="3000" b="1" dirty="0" err="1"/>
              <a:t>Yassmen</a:t>
            </a:r>
            <a:r>
              <a:rPr lang="en-US" sz="3000" b="1" dirty="0"/>
              <a:t> Nasser</a:t>
            </a:r>
            <a:r>
              <a:rPr lang="en-US" sz="3000" dirty="0"/>
              <a:t>: Frontend</a:t>
            </a:r>
          </a:p>
          <a:p>
            <a:r>
              <a:rPr lang="en-US" sz="3000" b="1" dirty="0"/>
              <a:t>Toka Mohammed</a:t>
            </a:r>
            <a:r>
              <a:rPr lang="en-US" sz="3000" dirty="0"/>
              <a:t>: Frontend</a:t>
            </a:r>
          </a:p>
          <a:p>
            <a:r>
              <a:rPr lang="en-US" sz="3000" b="1" dirty="0"/>
              <a:t>Abrar Abdallah: </a:t>
            </a:r>
            <a:r>
              <a:rPr lang="en-US" sz="3000" dirty="0"/>
              <a:t>Frontend</a:t>
            </a:r>
            <a:endParaRPr lang="en-US" sz="3000" b="1" dirty="0"/>
          </a:p>
          <a:p>
            <a:r>
              <a:rPr lang="en-US" sz="3000" b="1" dirty="0"/>
              <a:t>Kerolos Mohsen</a:t>
            </a:r>
            <a:r>
              <a:rPr lang="en-US" sz="3000" dirty="0"/>
              <a:t>: Backend</a:t>
            </a:r>
          </a:p>
          <a:p>
            <a:r>
              <a:rPr lang="en-US" sz="3000" b="1" dirty="0" err="1"/>
              <a:t>Abdelruhman</a:t>
            </a:r>
            <a:r>
              <a:rPr lang="en-US" sz="3000" b="1" dirty="0"/>
              <a:t> Ahmed</a:t>
            </a:r>
            <a:r>
              <a:rPr lang="en-US" sz="3000" dirty="0"/>
              <a:t>: Backend</a:t>
            </a:r>
          </a:p>
          <a:p>
            <a:r>
              <a:rPr lang="en-US" sz="3000" b="1" dirty="0"/>
              <a:t>Hayah Emad: </a:t>
            </a:r>
            <a:r>
              <a:rPr lang="en-US" sz="3000" dirty="0"/>
              <a:t>AI </a:t>
            </a:r>
            <a:endParaRPr lang="en-US" sz="3000" b="1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326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FC848-0F2E-DF7A-40AB-A32CBE90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1A76A-B151-441F-B3F9-D3ADB8FD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Project Timeline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3811-FF00-2AC9-73F3-2DC1E72D9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b="1" cap="all" dirty="0"/>
              <a:t>Month 1: </a:t>
            </a:r>
            <a:r>
              <a:rPr lang="en-US" dirty="0"/>
              <a:t>Requirements Gathering &amp; Analysis</a:t>
            </a:r>
            <a:endParaRPr lang="en-US" b="1" cap="all" dirty="0"/>
          </a:p>
          <a:p>
            <a:r>
              <a:rPr lang="en-US" b="1" cap="all" dirty="0"/>
              <a:t>Month 2: </a:t>
            </a:r>
            <a:r>
              <a:rPr lang="en-US" dirty="0"/>
              <a:t>UI/UX Design &amp; Database</a:t>
            </a:r>
            <a:endParaRPr lang="en-US" b="1" cap="all" dirty="0"/>
          </a:p>
          <a:p>
            <a:r>
              <a:rPr lang="en-US" b="1" cap="all" dirty="0"/>
              <a:t>Month 3: </a:t>
            </a:r>
            <a:r>
              <a:rPr lang="en-US" dirty="0"/>
              <a:t>Backend Architecture &amp; Frontend Development</a:t>
            </a:r>
            <a:endParaRPr lang="en-US" b="1" cap="all" dirty="0"/>
          </a:p>
          <a:p>
            <a:r>
              <a:rPr lang="en-US" b="1" cap="all" dirty="0"/>
              <a:t>Month 4: </a:t>
            </a:r>
            <a:r>
              <a:rPr lang="en-US" dirty="0"/>
              <a:t>API Development &amp; Integration</a:t>
            </a:r>
          </a:p>
          <a:p>
            <a:r>
              <a:rPr lang="en-US" b="1" dirty="0"/>
              <a:t>MONTH 5: </a:t>
            </a:r>
            <a:r>
              <a:rPr lang="en-US" dirty="0"/>
              <a:t>Testing, Bug Fixes &amp; Documentation</a:t>
            </a:r>
          </a:p>
          <a:p>
            <a:r>
              <a:rPr lang="en-US" b="1" dirty="0"/>
              <a:t>MONTH 6: </a:t>
            </a:r>
            <a:r>
              <a:rPr lang="en-US" dirty="0"/>
              <a:t>Final Presentation Preparation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529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27DC-14F5-838A-D9D8-FFCA8C4B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4503-C21A-3BA8-780F-445DF6C59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1825" cy="61118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9367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612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Trucks</vt:lpstr>
      <vt:lpstr>What problem will our project solve?</vt:lpstr>
      <vt:lpstr>How we solve this problem?</vt:lpstr>
      <vt:lpstr>What similar apps exist, and what’s new in our idea?</vt:lpstr>
      <vt:lpstr>What similar apps exist, and what’s new in our idea cont.</vt:lpstr>
      <vt:lpstr>Main Features of the Project</vt:lpstr>
      <vt:lpstr>Technologies We Will Use</vt:lpstr>
      <vt:lpstr>Future Work</vt:lpstr>
      <vt:lpstr>Team Member Responsibilities</vt:lpstr>
      <vt:lpstr>Project Timeline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Kirollos Mohsin Abdul Zaher Shohdy</dc:creator>
  <cp:lastModifiedBy>Kirollos Mohsin Abdul Zaher Shohdy</cp:lastModifiedBy>
  <cp:revision>8</cp:revision>
  <dcterms:created xsi:type="dcterms:W3CDTF">2025-08-02T09:15:38Z</dcterms:created>
  <dcterms:modified xsi:type="dcterms:W3CDTF">2025-09-03T09:41:53Z</dcterms:modified>
</cp:coreProperties>
</file>